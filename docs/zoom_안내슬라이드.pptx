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biz-link.clic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biz-link.click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biz-link.click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biz-link.click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32807" y="1051560"/>
            <a:ext cx="2926080" cy="56692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수업 시작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1185855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맑은 고딕"/>
              </a:rPr>
              <a:t>수업은 7시부터 시작합니다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0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맑은 고딕"/>
              </a:rPr>
              <a:t>잠시만 기다려 주세요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9AA6B8"/>
                </a:solidFill>
                <a:latin typeface="맑은 고딕"/>
              </a:rPr>
              <a:t>카메라와 마이크를 미리 확인해 주세요 · 마이크는 음소거 상태로 두시면 됩니다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2255367" y="5440680"/>
            <a:ext cx="7680960" cy="713232"/>
          </a:xfrm>
          <a:prstGeom prst="roundRect">
            <a:avLst/>
          </a:prstGeom>
          <a:solidFill>
            <a:srgbClr val="1A2335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800" b="1">
                <a:solidFill>
                  <a:srgbClr val="3B82F6"/>
                </a:solidFill>
                <a:latin typeface="맑은 고딕"/>
              </a:rPr>
              <a:t>오늘 특강 링크   </a:t>
            </a:r>
            <a:r>
              <a:rPr sz="2400" b="1">
                <a:solidFill>
                  <a:srgbClr val="FFFFFF"/>
                </a:solidFill>
                <a:latin typeface="맑은 고딕"/>
              </a:rPr>
              <a:t>http://biz-link.click/******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A6678"/>
                </a:solidFill>
                <a:latin typeface="맑은 고딕"/>
              </a:rPr>
              <a:t>AI 프로덕트 마스터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10B981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10B981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32807" y="1051560"/>
            <a:ext cx="2926080" cy="5669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쉬는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1185855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맑은 고딕"/>
              </a:rPr>
              <a:t>쉬는 시간입니다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0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0B981"/>
                </a:solidFill>
                <a:latin typeface="맑은 고딕"/>
              </a:rPr>
              <a:t>잠시 후 수업을 이어갑니다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9AA6B8"/>
                </a:solidFill>
                <a:latin typeface="맑은 고딕"/>
              </a:rPr>
              <a:t>자리를 비우셔도 됩니다 · 시작 시간에 맞춰 돌아와 주세요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2255367" y="5440680"/>
            <a:ext cx="7680960" cy="713232"/>
          </a:xfrm>
          <a:prstGeom prst="roundRect">
            <a:avLst/>
          </a:prstGeom>
          <a:solidFill>
            <a:srgbClr val="1A233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800" b="1">
                <a:solidFill>
                  <a:srgbClr val="10B981"/>
                </a:solidFill>
                <a:latin typeface="맑은 고딕"/>
              </a:rPr>
              <a:t>오늘 특강 링크   </a:t>
            </a:r>
            <a:r>
              <a:rPr sz="2400" b="1">
                <a:solidFill>
                  <a:srgbClr val="FFFFFF"/>
                </a:solidFill>
                <a:latin typeface="맑은 고딕"/>
              </a:rPr>
              <a:t>http://biz-link.click/******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A6678"/>
                </a:solidFill>
                <a:latin typeface="맑은 고딕"/>
              </a:rPr>
              <a:t>AI 프로덕트 마스터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F59E0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F59E0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32807" y="1051560"/>
            <a:ext cx="2926080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쉬는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1185855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맑은 고딕"/>
              </a:rPr>
              <a:t>쉬는 시간입니다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0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59E0B"/>
                </a:solidFill>
                <a:latin typeface="맑은 고딕"/>
              </a:rPr>
              <a:t>10분 후에 다시 시작합니다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9AA6B8"/>
                </a:solidFill>
                <a:latin typeface="맑은 고딕"/>
              </a:rPr>
              <a:t>화면은 그대로 두고 다녀오셔도 됩니다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2255367" y="5440680"/>
            <a:ext cx="7680960" cy="713232"/>
          </a:xfrm>
          <a:prstGeom prst="roundRect">
            <a:avLst/>
          </a:prstGeom>
          <a:solidFill>
            <a:srgbClr val="1A2335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800" b="1">
                <a:solidFill>
                  <a:srgbClr val="F59E0B"/>
                </a:solidFill>
                <a:latin typeface="맑은 고딕"/>
              </a:rPr>
              <a:t>오늘 특강 링크   </a:t>
            </a:r>
            <a:r>
              <a:rPr sz="2400" b="1">
                <a:solidFill>
                  <a:srgbClr val="FFFFFF"/>
                </a:solidFill>
                <a:latin typeface="맑은 고딕"/>
              </a:rPr>
              <a:t>http://biz-link.click/******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A6678"/>
                </a:solidFill>
                <a:latin typeface="맑은 고딕"/>
              </a:rPr>
              <a:t>AI 프로덕트 마스터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32807" y="1051560"/>
            <a:ext cx="2926080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곧 시작합니다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1185855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맑은 고딕"/>
              </a:rPr>
              <a:t>잠시 후 수업을 시작합니다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0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8B5CF6"/>
                </a:solidFill>
                <a:latin typeface="맑은 고딕"/>
              </a:rPr>
              <a:t>5분 전입니다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9AA6B8"/>
                </a:solidFill>
                <a:latin typeface="맑은 고딕"/>
              </a:rPr>
              <a:t>소리가 들리지 않으면 채팅으로 알려주세요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2255367" y="5440680"/>
            <a:ext cx="7680960" cy="713232"/>
          </a:xfrm>
          <a:prstGeom prst="roundRect">
            <a:avLst/>
          </a:prstGeom>
          <a:solidFill>
            <a:srgbClr val="1A2335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800" b="1">
                <a:solidFill>
                  <a:srgbClr val="8B5CF6"/>
                </a:solidFill>
                <a:latin typeface="맑은 고딕"/>
              </a:rPr>
              <a:t>오늘 특강 링크   </a:t>
            </a:r>
            <a:r>
              <a:rPr sz="2400" b="1">
                <a:solidFill>
                  <a:srgbClr val="FFFFFF"/>
                </a:solidFill>
                <a:latin typeface="맑은 고딕"/>
              </a:rPr>
              <a:t>http://biz-link.click/******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A6678"/>
                </a:solidFill>
                <a:latin typeface="맑은 고딕"/>
              </a:rPr>
              <a:t>AI 프로덕트 마스터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206240"/>
            <a:ext cx="4572000" cy="45720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32807" y="1051560"/>
            <a:ext cx="2926080" cy="56692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수업 종료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1185855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맑은 고딕"/>
              </a:rPr>
              <a:t>오늘 수업을 마칩니다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0"/>
            <a:ext cx="1118585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맑은 고딕"/>
              </a:rPr>
              <a:t>수고 많으셨습니다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9AA6B8"/>
                </a:solidFill>
                <a:latin typeface="맑은 고딕"/>
              </a:rPr>
              <a:t>질문은 채팅 또는 커뮤니티에 남겨주세요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A6678"/>
                </a:solidFill>
                <a:latin typeface="맑은 고딕"/>
              </a:rPr>
              <a:t>AI 프로덕트 마스터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