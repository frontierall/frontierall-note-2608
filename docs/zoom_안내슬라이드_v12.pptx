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biz-link.clic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biz-link.click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biz-link.click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biz-link.click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914400"/>
            <a:ext cx="2926080" cy="56692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수업 시작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맑은 고딕"/>
              </a:rPr>
              <a:t>수업은 7시부터 시작합니다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맑은 고딕"/>
              </a:rPr>
              <a:t>잠시만 기다려 주세요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카메라와 마이크를 미리 확인해 주세요 · 마이크는 음소거 상태로 두시면 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403" y="4864608"/>
            <a:ext cx="148132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code_387859726_cb9c0b3a7764682774a4871a79f19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99" y="4946904"/>
            <a:ext cx="1316736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69083" y="6382512"/>
            <a:ext cx="20299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A6678"/>
                </a:solidFill>
                <a:latin typeface="맑은 고딕"/>
              </a:rPr>
              <a:t>휴대폰으로 스캔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44771" y="5033772"/>
            <a:ext cx="5303520" cy="1143000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3B82F6"/>
                </a:solidFill>
                <a:latin typeface="맑은 고딕"/>
              </a:rPr>
              <a:t>오늘 특강 링크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10B981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10B981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914400"/>
            <a:ext cx="292608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쉬는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쉬는 시간입니다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맑은 고딕"/>
              </a:rPr>
              <a:t>잠시 후 수업을 이어갑니다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자리를 비우셔도 됩니다 · 시작 시간에 맞춰 돌아와 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403" y="4864608"/>
            <a:ext cx="148132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code_387859726_cb9c0b3a7764682774a4871a79f19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99" y="4946904"/>
            <a:ext cx="1316736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69083" y="6382512"/>
            <a:ext cx="20299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A6678"/>
                </a:solidFill>
                <a:latin typeface="맑은 고딕"/>
              </a:rPr>
              <a:t>휴대폰으로 스캔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44771" y="5033772"/>
            <a:ext cx="5303520" cy="1143000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10B981"/>
                </a:solidFill>
                <a:latin typeface="맑은 고딕"/>
              </a:rPr>
              <a:t>오늘 특강 링크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F59E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F59E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914400"/>
            <a:ext cx="292608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쉬는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쉬는 시간입니다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59E0B"/>
                </a:solidFill>
                <a:latin typeface="맑은 고딕"/>
              </a:rPr>
              <a:t>10분 후에 다시 시작합니다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화면은 그대로 두고 다녀오셔도 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403" y="4864608"/>
            <a:ext cx="148132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code_387859726_cb9c0b3a7764682774a4871a79f19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99" y="4946904"/>
            <a:ext cx="1316736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69083" y="6382512"/>
            <a:ext cx="20299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A6678"/>
                </a:solidFill>
                <a:latin typeface="맑은 고딕"/>
              </a:rPr>
              <a:t>휴대폰으로 스캔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44771" y="5033772"/>
            <a:ext cx="5303520" cy="1143000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F59E0B"/>
                </a:solidFill>
                <a:latin typeface="맑은 고딕"/>
              </a:rPr>
              <a:t>오늘 특강 링크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914400"/>
            <a:ext cx="2926080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곧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맑은 고딕"/>
              </a:rPr>
              <a:t>잠시 후 수업을 시작합니다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8B5CF6"/>
                </a:solidFill>
                <a:latin typeface="맑은 고딕"/>
              </a:rPr>
              <a:t>5분 전입니다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소리가 들리지 않으면 채팅으로 알려주세요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403" y="4864608"/>
            <a:ext cx="148132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code_387859726_cb9c0b3a7764682774a4871a79f19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99" y="4946904"/>
            <a:ext cx="1316736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69083" y="6382512"/>
            <a:ext cx="20299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A6678"/>
                </a:solidFill>
                <a:latin typeface="맑은 고딕"/>
              </a:rPr>
              <a:t>휴대폰으로 스캔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44771" y="5033772"/>
            <a:ext cx="5303520" cy="1143000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8B5CF6"/>
                </a:solidFill>
                <a:latin typeface="맑은 고딕"/>
              </a:rPr>
              <a:t>오늘 특강 링크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914400"/>
            <a:ext cx="2926080" cy="56692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수업 종료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오늘 수업을 마칩니다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맑은 고딕"/>
              </a:rPr>
              <a:t>수고 많으셨습니다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질문은 채팅 또는 커뮤니티에 남겨주세요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